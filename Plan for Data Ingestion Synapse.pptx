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38fb478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38fb478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3c7a9de8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3c7a9de8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7450" y="766572"/>
            <a:ext cx="330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1. List Projects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7450" y="1244800"/>
            <a:ext cx="518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2. Create Folder Views (All Folders in Project)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7450" y="1723025"/>
            <a:ext cx="44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3. Create File views (All Files in Project)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17450" y="2201258"/>
            <a:ext cx="819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4. For each folder, check schema binding (all projects, using folderview)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17450" y="2679483"/>
            <a:ext cx="483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5</a:t>
            </a:r>
            <a:r>
              <a:rPr lang="en" sz="1600">
                <a:solidFill>
                  <a:schemeClr val="dk2"/>
                </a:solidFill>
              </a:rPr>
              <a:t>. Retain if schema bound, discard otherwise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17450" y="3157711"/>
            <a:ext cx="696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6</a:t>
            </a:r>
            <a:r>
              <a:rPr lang="en" sz="1600">
                <a:solidFill>
                  <a:schemeClr val="dk2"/>
                </a:solidFill>
              </a:rPr>
              <a:t>. Pull bound schema and create annotation view for each folder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17450" y="3635945"/>
            <a:ext cx="89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7</a:t>
            </a:r>
            <a:r>
              <a:rPr lang="en" sz="1600">
                <a:solidFill>
                  <a:schemeClr val="dk2"/>
                </a:solidFill>
              </a:rPr>
              <a:t>. Append validation status to annotation view (tag status green/yellow etc..)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17450" y="4114167"/>
            <a:ext cx="696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8. Group by schema applied (component) and stack annotation dfs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17450" y="4592395"/>
            <a:ext cx="696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9</a:t>
            </a:r>
            <a:r>
              <a:rPr lang="en" sz="1600">
                <a:solidFill>
                  <a:schemeClr val="dk2"/>
                </a:solidFill>
              </a:rPr>
              <a:t>. Push stacked component tables to BQ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087325" y="47125"/>
            <a:ext cx="498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</a:rPr>
              <a:t>Critical Assumptions: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</a:rPr>
              <a:t>Schema MUST be bound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</a:rPr>
              <a:t>Schema will be used to infer component and </a:t>
            </a:r>
            <a:r>
              <a:rPr b="1" lang="en" sz="1100">
                <a:solidFill>
                  <a:srgbClr val="FF0000"/>
                </a:solidFill>
              </a:rPr>
              <a:t>relevant</a:t>
            </a:r>
            <a:r>
              <a:rPr b="1" lang="en" sz="1100">
                <a:solidFill>
                  <a:srgbClr val="FF0000"/>
                </a:solidFill>
              </a:rPr>
              <a:t> attributes.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</a:rPr>
              <a:t>New views created for new assays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</a:rPr>
              <a:t>DEV account will be used to manage created views </a:t>
            </a:r>
            <a:endParaRPr b="1" sz="1100">
              <a:solidFill>
                <a:srgbClr val="FF0000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0" y="47125"/>
            <a:ext cx="307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Step By Step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83275" y="1787374"/>
            <a:ext cx="1184400" cy="1502400"/>
          </a:xfrm>
          <a:prstGeom prst="rect">
            <a:avLst/>
          </a:prstGeom>
          <a:solidFill>
            <a:schemeClr val="lt2"/>
          </a:solidFill>
          <a:ln cap="flat" cmpd="sng" w="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975" lIns="59975" spcFirstLastPara="1" rIns="59975" wrap="square" tIns="5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8"/>
              <a:t>Project</a:t>
            </a:r>
            <a:endParaRPr sz="1318"/>
          </a:p>
        </p:txBody>
      </p:sp>
      <p:sp>
        <p:nvSpPr>
          <p:cNvPr id="70" name="Google Shape;70;p14"/>
          <p:cNvSpPr/>
          <p:nvPr/>
        </p:nvSpPr>
        <p:spPr>
          <a:xfrm>
            <a:off x="4444004" y="1419281"/>
            <a:ext cx="1184400" cy="927300"/>
          </a:xfrm>
          <a:prstGeom prst="rect">
            <a:avLst/>
          </a:prstGeom>
          <a:solidFill>
            <a:schemeClr val="lt2"/>
          </a:solidFill>
          <a:ln cap="flat" cmpd="sng" w="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975" lIns="59975" spcFirstLastPara="1" rIns="59975" wrap="square" tIns="5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/>
              <a:t>Bound Schema</a:t>
            </a:r>
            <a:endParaRPr sz="918"/>
          </a:p>
        </p:txBody>
      </p:sp>
      <p:sp>
        <p:nvSpPr>
          <p:cNvPr id="71" name="Google Shape;71;p14"/>
          <p:cNvSpPr/>
          <p:nvPr/>
        </p:nvSpPr>
        <p:spPr>
          <a:xfrm>
            <a:off x="2981337" y="1402182"/>
            <a:ext cx="1184400" cy="961500"/>
          </a:xfrm>
          <a:prstGeom prst="rect">
            <a:avLst/>
          </a:prstGeom>
          <a:solidFill>
            <a:schemeClr val="lt2"/>
          </a:solidFill>
          <a:ln cap="flat" cmpd="sng" w="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975" lIns="59975" spcFirstLastPara="1" rIns="59975" wrap="square" tIns="5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/>
              <a:t>Folder1</a:t>
            </a:r>
            <a:endParaRPr sz="918"/>
          </a:p>
        </p:txBody>
      </p:sp>
      <p:sp>
        <p:nvSpPr>
          <p:cNvPr id="72" name="Google Shape;72;p14"/>
          <p:cNvSpPr/>
          <p:nvPr/>
        </p:nvSpPr>
        <p:spPr>
          <a:xfrm>
            <a:off x="2981337" y="2457945"/>
            <a:ext cx="1184400" cy="961500"/>
          </a:xfrm>
          <a:prstGeom prst="rect">
            <a:avLst/>
          </a:prstGeom>
          <a:solidFill>
            <a:schemeClr val="lt2"/>
          </a:solidFill>
          <a:ln cap="flat" cmpd="sng" w="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975" lIns="59975" spcFirstLastPara="1" rIns="59975" wrap="square" tIns="5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/>
              <a:t>Folder2</a:t>
            </a:r>
            <a:endParaRPr sz="918"/>
          </a:p>
        </p:txBody>
      </p:sp>
      <p:sp>
        <p:nvSpPr>
          <p:cNvPr id="73" name="Google Shape;73;p14"/>
          <p:cNvSpPr/>
          <p:nvPr/>
        </p:nvSpPr>
        <p:spPr>
          <a:xfrm>
            <a:off x="5836686" y="1419281"/>
            <a:ext cx="1184400" cy="927300"/>
          </a:xfrm>
          <a:prstGeom prst="rect">
            <a:avLst/>
          </a:prstGeom>
          <a:solidFill>
            <a:schemeClr val="lt2"/>
          </a:solidFill>
          <a:ln cap="flat" cmpd="sng" w="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975" lIns="59975" spcFirstLastPara="1" rIns="59975" wrap="square" tIns="5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/>
              <a:t>Annotation View </a:t>
            </a:r>
            <a:endParaRPr sz="918"/>
          </a:p>
        </p:txBody>
      </p:sp>
      <p:sp>
        <p:nvSpPr>
          <p:cNvPr id="74" name="Google Shape;74;p14"/>
          <p:cNvSpPr/>
          <p:nvPr/>
        </p:nvSpPr>
        <p:spPr>
          <a:xfrm>
            <a:off x="4444004" y="2457945"/>
            <a:ext cx="1184400" cy="927300"/>
          </a:xfrm>
          <a:prstGeom prst="rect">
            <a:avLst/>
          </a:prstGeom>
          <a:solidFill>
            <a:schemeClr val="lt2"/>
          </a:solidFill>
          <a:ln cap="flat" cmpd="sng" w="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975" lIns="59975" spcFirstLastPara="1" rIns="59975" wrap="square" tIns="5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/>
              <a:t>Bound Schema</a:t>
            </a:r>
            <a:endParaRPr sz="918"/>
          </a:p>
        </p:txBody>
      </p:sp>
      <p:sp>
        <p:nvSpPr>
          <p:cNvPr id="75" name="Google Shape;75;p14"/>
          <p:cNvSpPr/>
          <p:nvPr/>
        </p:nvSpPr>
        <p:spPr>
          <a:xfrm>
            <a:off x="5836686" y="2475044"/>
            <a:ext cx="1184400" cy="927300"/>
          </a:xfrm>
          <a:prstGeom prst="rect">
            <a:avLst/>
          </a:prstGeom>
          <a:solidFill>
            <a:schemeClr val="lt2"/>
          </a:solidFill>
          <a:ln cap="flat" cmpd="sng" w="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975" lIns="59975" spcFirstLastPara="1" rIns="59975" wrap="square" tIns="5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/>
              <a:t>Annotation View</a:t>
            </a:r>
            <a:endParaRPr sz="918"/>
          </a:p>
        </p:txBody>
      </p:sp>
      <p:sp>
        <p:nvSpPr>
          <p:cNvPr id="76" name="Google Shape;76;p14"/>
          <p:cNvSpPr/>
          <p:nvPr/>
        </p:nvSpPr>
        <p:spPr>
          <a:xfrm>
            <a:off x="1511051" y="2057806"/>
            <a:ext cx="1184400" cy="961500"/>
          </a:xfrm>
          <a:prstGeom prst="rect">
            <a:avLst/>
          </a:prstGeom>
          <a:solidFill>
            <a:schemeClr val="lt2"/>
          </a:solidFill>
          <a:ln cap="flat" cmpd="sng" w="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975" lIns="59975" spcFirstLastPara="1" rIns="59975" wrap="square" tIns="5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/>
              <a:t>Folder View</a:t>
            </a:r>
            <a:endParaRPr sz="918"/>
          </a:p>
        </p:txBody>
      </p:sp>
      <p:cxnSp>
        <p:nvCxnSpPr>
          <p:cNvPr id="77" name="Google Shape;77;p14"/>
          <p:cNvCxnSpPr>
            <a:stCxn id="69" idx="3"/>
            <a:endCxn id="76" idx="1"/>
          </p:cNvCxnSpPr>
          <p:nvPr/>
        </p:nvCxnSpPr>
        <p:spPr>
          <a:xfrm>
            <a:off x="1267675" y="2538574"/>
            <a:ext cx="243300" cy="0"/>
          </a:xfrm>
          <a:prstGeom prst="straightConnector1">
            <a:avLst/>
          </a:prstGeom>
          <a:noFill/>
          <a:ln cap="flat" cmpd="sng" w="7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4"/>
          <p:cNvCxnSpPr>
            <a:stCxn id="76" idx="3"/>
            <a:endCxn id="71" idx="1"/>
          </p:cNvCxnSpPr>
          <p:nvPr/>
        </p:nvCxnSpPr>
        <p:spPr>
          <a:xfrm flipH="1" rot="10800000">
            <a:off x="2695451" y="1883056"/>
            <a:ext cx="285900" cy="655500"/>
          </a:xfrm>
          <a:prstGeom prst="straightConnector1">
            <a:avLst/>
          </a:prstGeom>
          <a:noFill/>
          <a:ln cap="flat" cmpd="sng" w="7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4"/>
          <p:cNvCxnSpPr>
            <a:stCxn id="76" idx="3"/>
            <a:endCxn id="72" idx="1"/>
          </p:cNvCxnSpPr>
          <p:nvPr/>
        </p:nvCxnSpPr>
        <p:spPr>
          <a:xfrm>
            <a:off x="2695451" y="2538556"/>
            <a:ext cx="285900" cy="400200"/>
          </a:xfrm>
          <a:prstGeom prst="straightConnector1">
            <a:avLst/>
          </a:prstGeom>
          <a:noFill/>
          <a:ln cap="flat" cmpd="sng" w="7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4"/>
          <p:cNvCxnSpPr>
            <a:stCxn id="71" idx="3"/>
            <a:endCxn id="70" idx="1"/>
          </p:cNvCxnSpPr>
          <p:nvPr/>
        </p:nvCxnSpPr>
        <p:spPr>
          <a:xfrm>
            <a:off x="4165737" y="1882932"/>
            <a:ext cx="278400" cy="0"/>
          </a:xfrm>
          <a:prstGeom prst="straightConnector1">
            <a:avLst/>
          </a:prstGeom>
          <a:noFill/>
          <a:ln cap="flat" cmpd="sng" w="7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4"/>
          <p:cNvCxnSpPr>
            <a:stCxn id="72" idx="3"/>
            <a:endCxn id="74" idx="1"/>
          </p:cNvCxnSpPr>
          <p:nvPr/>
        </p:nvCxnSpPr>
        <p:spPr>
          <a:xfrm flipH="1" rot="10800000">
            <a:off x="4165737" y="2921595"/>
            <a:ext cx="278400" cy="17100"/>
          </a:xfrm>
          <a:prstGeom prst="straightConnector1">
            <a:avLst/>
          </a:prstGeom>
          <a:noFill/>
          <a:ln cap="flat" cmpd="sng" w="7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4"/>
          <p:cNvCxnSpPr>
            <a:stCxn id="70" idx="3"/>
            <a:endCxn id="73" idx="1"/>
          </p:cNvCxnSpPr>
          <p:nvPr/>
        </p:nvCxnSpPr>
        <p:spPr>
          <a:xfrm>
            <a:off x="5628404" y="1882931"/>
            <a:ext cx="208200" cy="0"/>
          </a:xfrm>
          <a:prstGeom prst="straightConnector1">
            <a:avLst/>
          </a:prstGeom>
          <a:noFill/>
          <a:ln cap="flat" cmpd="sng" w="7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4"/>
          <p:cNvCxnSpPr>
            <a:stCxn id="74" idx="3"/>
            <a:endCxn id="75" idx="1"/>
          </p:cNvCxnSpPr>
          <p:nvPr/>
        </p:nvCxnSpPr>
        <p:spPr>
          <a:xfrm>
            <a:off x="5628404" y="2921595"/>
            <a:ext cx="208200" cy="17100"/>
          </a:xfrm>
          <a:prstGeom prst="straightConnector1">
            <a:avLst/>
          </a:prstGeom>
          <a:noFill/>
          <a:ln cap="flat" cmpd="sng" w="7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4"/>
          <p:cNvCxnSpPr>
            <a:stCxn id="73" idx="3"/>
            <a:endCxn id="85" idx="1"/>
          </p:cNvCxnSpPr>
          <p:nvPr/>
        </p:nvCxnSpPr>
        <p:spPr>
          <a:xfrm>
            <a:off x="7021086" y="1882931"/>
            <a:ext cx="443400" cy="58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4"/>
          <p:cNvCxnSpPr>
            <a:stCxn id="75" idx="3"/>
            <a:endCxn id="85" idx="1"/>
          </p:cNvCxnSpPr>
          <p:nvPr/>
        </p:nvCxnSpPr>
        <p:spPr>
          <a:xfrm flipH="1" rot="10800000">
            <a:off x="7021086" y="2463794"/>
            <a:ext cx="443400" cy="4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4"/>
          <p:cNvSpPr txBox="1"/>
          <p:nvPr/>
        </p:nvSpPr>
        <p:spPr>
          <a:xfrm>
            <a:off x="6968225" y="3746957"/>
            <a:ext cx="209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7464525" y="1908232"/>
            <a:ext cx="1418700" cy="1110900"/>
          </a:xfrm>
          <a:prstGeom prst="rect">
            <a:avLst/>
          </a:prstGeom>
          <a:solidFill>
            <a:schemeClr val="lt2"/>
          </a:solidFill>
          <a:ln cap="flat" cmpd="sng" w="7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850" lIns="71850" spcFirstLastPara="1" rIns="71850" wrap="square" tIns="7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Stacked Assay BQ Table</a:t>
            </a:r>
            <a:endParaRPr sz="1100"/>
          </a:p>
        </p:txBody>
      </p:sp>
      <p:sp>
        <p:nvSpPr>
          <p:cNvPr id="88" name="Google Shape;88;p14"/>
          <p:cNvSpPr/>
          <p:nvPr/>
        </p:nvSpPr>
        <p:spPr>
          <a:xfrm>
            <a:off x="1511051" y="3485209"/>
            <a:ext cx="1184400" cy="961500"/>
          </a:xfrm>
          <a:prstGeom prst="rect">
            <a:avLst/>
          </a:prstGeom>
          <a:solidFill>
            <a:schemeClr val="lt2"/>
          </a:solidFill>
          <a:ln cap="flat" cmpd="sng" w="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975" lIns="59975" spcFirstLastPara="1" rIns="59975" wrap="square" tIns="5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/>
              <a:t>Master File</a:t>
            </a:r>
            <a:r>
              <a:rPr lang="en" sz="918"/>
              <a:t> View</a:t>
            </a:r>
            <a:endParaRPr sz="918"/>
          </a:p>
        </p:txBody>
      </p:sp>
      <p:cxnSp>
        <p:nvCxnSpPr>
          <p:cNvPr id="89" name="Google Shape;89;p14"/>
          <p:cNvCxnSpPr>
            <a:stCxn id="69" idx="2"/>
            <a:endCxn id="88" idx="1"/>
          </p:cNvCxnSpPr>
          <p:nvPr/>
        </p:nvCxnSpPr>
        <p:spPr>
          <a:xfrm>
            <a:off x="675475" y="3289774"/>
            <a:ext cx="835500" cy="6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4"/>
          <p:cNvCxnSpPr>
            <a:stCxn id="88" idx="3"/>
            <a:endCxn id="85" idx="2"/>
          </p:cNvCxnSpPr>
          <p:nvPr/>
        </p:nvCxnSpPr>
        <p:spPr>
          <a:xfrm flipH="1" rot="10800000">
            <a:off x="2695451" y="3019159"/>
            <a:ext cx="5478300" cy="946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4"/>
          <p:cNvSpPr txBox="1"/>
          <p:nvPr/>
        </p:nvSpPr>
        <p:spPr>
          <a:xfrm>
            <a:off x="948775" y="2069832"/>
            <a:ext cx="307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83275" y="109650"/>
            <a:ext cx="307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Ingress Overview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103656" y="989900"/>
            <a:ext cx="238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Validation Status API Call Here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7110400" y="1284675"/>
            <a:ext cx="208200" cy="569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